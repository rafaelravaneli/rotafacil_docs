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</p:sldIdLst>
  <p:sldSz cx="14630400" cy="10972800"/>
  <p:notesSz cx="10972800" cy="14630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9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18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50049"/>
            <a:ext cx="7556421" cy="256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e Virtualização Tradicional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5619035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Introdução aos Containers e Tecnologias de Virtualização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740509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Docente: Vinícius Mota Zulianelli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731877"/>
            <a:ext cx="627590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Dockerfile - Boas Práticas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1847969"/>
            <a:ext cx="512730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Otimizações para Builds Eficientes: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2443282"/>
            <a:ext cx="6279356" cy="1903571"/>
          </a:xfrm>
          <a:prstGeom prst="roundRect">
            <a:avLst>
              <a:gd name="adj" fmla="val 5764"/>
            </a:avLst>
          </a:prstGeom>
          <a:solidFill>
            <a:srgbClr val="000000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0930" y="2443282"/>
            <a:ext cx="91440" cy="1903571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8" name="Text 5"/>
          <p:cNvSpPr/>
          <p:nvPr/>
        </p:nvSpPr>
        <p:spPr>
          <a:xfrm>
            <a:off x="1083588" y="26645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Use .dockerignore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83588" y="3173016"/>
            <a:ext cx="576834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Exclua arquivos e diretórios desnecessários do contexto do build para reduzir o tamanho da imagem e acelerar o processo.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4545211"/>
            <a:ext cx="6279356" cy="1688664"/>
          </a:xfrm>
          <a:prstGeom prst="roundRect">
            <a:avLst>
              <a:gd name="adj" fmla="val 6918"/>
            </a:avLst>
          </a:prstGeom>
          <a:solidFill>
            <a:srgbClr val="000000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0930" y="4545211"/>
            <a:ext cx="91440" cy="1688664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2" name="Text 9"/>
          <p:cNvSpPr/>
          <p:nvPr/>
        </p:nvSpPr>
        <p:spPr>
          <a:xfrm>
            <a:off x="1083588" y="4766429"/>
            <a:ext cx="32791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Concatene Comandos RUN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83588" y="5274945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Combine múltiplos comandos RUN em uma única instrução para minimizar o número de camadas da imagem final.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93790" y="6329601"/>
            <a:ext cx="6279356" cy="1903571"/>
          </a:xfrm>
          <a:prstGeom prst="roundRect">
            <a:avLst>
              <a:gd name="adj" fmla="val 5764"/>
            </a:avLst>
          </a:prstGeom>
          <a:solidFill>
            <a:srgbClr val="000000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0930" y="6329601"/>
            <a:ext cx="91440" cy="1903571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83588" y="65508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Multi-stage Builds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83588" y="7059335"/>
            <a:ext cx="576834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Utilize builds em múltiplos estágios para criar imagens menores e mais seguras, separando o ambiente de build do ambiente de execução.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93790" y="8431530"/>
            <a:ext cx="6279356" cy="1677670"/>
          </a:xfrm>
          <a:prstGeom prst="roundRect">
            <a:avLst>
              <a:gd name="adj" fmla="val 6918"/>
            </a:avLst>
          </a:prstGeom>
          <a:solidFill>
            <a:srgbClr val="000000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0930" y="8431530"/>
            <a:ext cx="91440" cy="167767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0" name="Text 17"/>
          <p:cNvSpPr/>
          <p:nvPr/>
        </p:nvSpPr>
        <p:spPr>
          <a:xfrm>
            <a:off x="1083588" y="8652748"/>
            <a:ext cx="26722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Imagens Base Oficiais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83588" y="9161264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Sempre prefira imagens base oficiais e mantenha-as atualizadas para garantir segurança e compatibilidade.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564874" y="1847969"/>
            <a:ext cx="39092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Exemplo Multi-stage Build: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564874" y="2443282"/>
            <a:ext cx="6279356" cy="3790593"/>
          </a:xfrm>
          <a:prstGeom prst="roundRect">
            <a:avLst>
              <a:gd name="adj" fmla="val 2199"/>
            </a:avLst>
          </a:prstGeom>
          <a:solidFill>
            <a:srgbClr val="0D0D0D"/>
          </a:solidFill>
          <a:ln/>
        </p:spPr>
      </p:sp>
      <p:sp>
        <p:nvSpPr>
          <p:cNvPr id="24" name="Shape 21"/>
          <p:cNvSpPr/>
          <p:nvPr/>
        </p:nvSpPr>
        <p:spPr>
          <a:xfrm>
            <a:off x="7554992" y="2443282"/>
            <a:ext cx="6299121" cy="3790593"/>
          </a:xfrm>
          <a:prstGeom prst="roundRect">
            <a:avLst>
              <a:gd name="adj" fmla="val 785"/>
            </a:avLst>
          </a:prstGeom>
          <a:solidFill>
            <a:srgbClr val="0D0D0D"/>
          </a:solidFill>
          <a:ln/>
        </p:spPr>
      </p:sp>
      <p:sp>
        <p:nvSpPr>
          <p:cNvPr id="25" name="Text 22"/>
          <p:cNvSpPr/>
          <p:nvPr/>
        </p:nvSpPr>
        <p:spPr>
          <a:xfrm>
            <a:off x="7753350" y="2592110"/>
            <a:ext cx="5902404" cy="3492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Build stage</a:t>
            </a:r>
          </a:p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FROM golang:1.19 AS builder</a:t>
            </a:r>
          </a:p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COPY . .</a:t>
            </a:r>
          </a:p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RUN go build -o app</a:t>
            </a:r>
          </a:p>
          <a:p>
            <a:pPr marL="0" indent="0" algn="just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0D0D0D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Runtime stage</a:t>
            </a:r>
          </a:p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FROM </a:t>
            </a:r>
            <a:r>
              <a:rPr lang="en-US" sz="2000" dirty="0" err="1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alpine:latest</a:t>
            </a:r>
            <a:endParaRPr lang="en-US" sz="2000" dirty="0">
              <a:solidFill>
                <a:srgbClr val="E5E0DF"/>
              </a:solidFill>
              <a:highlight>
                <a:srgbClr val="0D0D0D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COPY --from=builder /app .</a:t>
            </a:r>
          </a:p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CMD ["./app"]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564874" y="6457117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Este exemplo mostra como usar um build multi-stage para compilar uma aplicação Go em um estágio e depois copiar o executável compilado para uma imagem base menor (Alpine) no estágio final, resultando em uma imagem Docker otimizada.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1671"/>
            <a:ext cx="98125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Volumes - Persistência de Dados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57763"/>
            <a:ext cx="448413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Por que Volumes são Cruciais?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2819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sistema de arquivos do container é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efêmero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por padrão.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01514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Dados são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perdidos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ao remover um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40209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Volumes permitem 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persistência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dados essenciais.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78905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Dados em volumes sobrevivem a reinícios e exclusões de containers.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62811" y="3057763"/>
            <a:ext cx="31600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Benefícios Principais: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62811" y="3653076"/>
            <a:ext cx="6279356" cy="1680924"/>
          </a:xfrm>
          <a:prstGeom prst="roundRect">
            <a:avLst>
              <a:gd name="adj" fmla="val 6918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39951" y="3653076"/>
            <a:ext cx="91440" cy="1680924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1" name="Text 9"/>
          <p:cNvSpPr/>
          <p:nvPr/>
        </p:nvSpPr>
        <p:spPr>
          <a:xfrm>
            <a:off x="8252609" y="3874294"/>
            <a:ext cx="28666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Performance Otimizada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52609" y="4382810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Melhor desempenho de I/O em comparação com a gravação direta no sistema de arquivos do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62811" y="5437465"/>
            <a:ext cx="6279356" cy="1586032"/>
          </a:xfrm>
          <a:prstGeom prst="roundRect">
            <a:avLst>
              <a:gd name="adj" fmla="val 6918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9951" y="5437465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52609" y="5658683"/>
            <a:ext cx="418671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Facilidade de Backup/Restauração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52609" y="6167199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Simplifica o processo de backup e restauração de dados, desacoplando-os do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62811" y="7221855"/>
            <a:ext cx="6279356" cy="1586032"/>
          </a:xfrm>
          <a:prstGeom prst="roundRect">
            <a:avLst>
              <a:gd name="adj" fmla="val 6918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9951" y="7221855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52609" y="7443073"/>
            <a:ext cx="32476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Compartilhamento Flexível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52609" y="7951589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Permite que múltiplos containers acessem e compartilhem os mesmos dados simultaneamente.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646" y="0"/>
            <a:ext cx="5417344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81864"/>
            <a:ext cx="541734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Volumes - Tipos e Uso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6979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Tipos de Volumes: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3293269"/>
            <a:ext cx="3536156" cy="2845995"/>
          </a:xfrm>
          <a:prstGeom prst="roundRect">
            <a:avLst>
              <a:gd name="adj" fmla="val 3284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5008" y="35144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Named Volumes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15008" y="4023003"/>
            <a:ext cx="309372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Volumes gerenciados diretamente pelo Docker. São a forma preferida para persistir dados, pois são mais portáveis e fáceis de fazer backup.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93790" y="6360481"/>
            <a:ext cx="3536156" cy="3096785"/>
          </a:xfrm>
          <a:prstGeom prst="roundRect">
            <a:avLst>
              <a:gd name="adj" fmla="val 2919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5008" y="65817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Bind Mounts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15008" y="7090216"/>
            <a:ext cx="3093720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Mapeiam um diretório ou arquivo do sistema de arquivos do host diretamente para o container. Muito usados em desenvolvimento para sincronizar código.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21674" y="26979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Exemplos Práticos: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523926" y="6360481"/>
            <a:ext cx="5094207" cy="3096785"/>
          </a:xfrm>
          <a:prstGeom prst="roundRect">
            <a:avLst>
              <a:gd name="adj" fmla="val 837"/>
            </a:avLst>
          </a:prstGeom>
          <a:solidFill>
            <a:srgbClr val="343232"/>
          </a:solidFill>
          <a:ln/>
        </p:spPr>
      </p:sp>
      <p:sp>
        <p:nvSpPr>
          <p:cNvPr id="14" name="Text 11"/>
          <p:cNvSpPr/>
          <p:nvPr/>
        </p:nvSpPr>
        <p:spPr>
          <a:xfrm>
            <a:off x="4623618" y="6511238"/>
            <a:ext cx="5486400" cy="3492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Named volume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volume create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meusdados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run -v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meusdados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:/data/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mongo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Bind mount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run -v /host/path:/container/path app</a:t>
            </a:r>
          </a:p>
        </p:txBody>
      </p:sp>
      <p:sp>
        <p:nvSpPr>
          <p:cNvPr id="15" name="Text 12"/>
          <p:cNvSpPr/>
          <p:nvPr/>
        </p:nvSpPr>
        <p:spPr>
          <a:xfrm>
            <a:off x="4745143" y="3403971"/>
            <a:ext cx="4759587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 escolha entre Named Volumes e Bind Mounts depende do caso de uso, mas os Named Volumes são geralmente mais recomendados para produção devido à sua facilidade de gerenciamento.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75384"/>
            <a:ext cx="659296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Redes Docker - Visão Geral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19147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Redes Automáticas: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761905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bridge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(padrão): isola containers no host.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5466398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host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usa a pilha de rede do host diretamente.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6170890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none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sem interface de rede para 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0190" y="6875383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overlay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conecta containers que residem em diferentes hosts Docker.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08074" y="419147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Comunicação: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308074" y="4761905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Containers na mesma rede se comunicam facilmente por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nome de serviço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308074" y="5783937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NAT (Network Address Translation)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é utilizado para tráfego de entrada e saída.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308074" y="7026112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IPs internos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são atribuídos automaticamente pelo Docker.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5302"/>
            <a:ext cx="71256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Redes Docker - Configuração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581394"/>
            <a:ext cx="373356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Gerenciamento de Redes: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176707"/>
            <a:ext cx="6279356" cy="2837974"/>
          </a:xfrm>
          <a:prstGeom prst="roundRect">
            <a:avLst>
              <a:gd name="adj" fmla="val 2937"/>
            </a:avLst>
          </a:prstGeom>
          <a:solidFill>
            <a:srgbClr val="34323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176707"/>
            <a:ext cx="6299121" cy="2837974"/>
          </a:xfrm>
          <a:prstGeom prst="roundRect">
            <a:avLst>
              <a:gd name="adj" fmla="val 1049"/>
            </a:avLst>
          </a:prstGeom>
          <a:solidFill>
            <a:srgbClr val="34323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325535"/>
            <a:ext cx="590240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Criar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rede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customizada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network create --driver bridge rede-app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Conectar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container à rede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run --network rede-app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nome-imagem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Inspecionar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rede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network inspect rede-app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64874" y="258139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Vantagens: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564874" y="3176707"/>
            <a:ext cx="6279356" cy="1903571"/>
          </a:xfrm>
          <a:prstGeom prst="roundRect">
            <a:avLst>
              <a:gd name="adj" fmla="val 5764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2014" y="3176707"/>
            <a:ext cx="91440" cy="1903571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0" name="Text 8"/>
          <p:cNvSpPr/>
          <p:nvPr/>
        </p:nvSpPr>
        <p:spPr>
          <a:xfrm>
            <a:off x="7854672" y="3397925"/>
            <a:ext cx="27053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Isolamento de Tráfego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54672" y="3906441"/>
            <a:ext cx="576834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Garanta que seus containers de diferentes aplicações não interfiram no tráfego um do outro, aumentando a segurança e organização.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64874" y="5278636"/>
            <a:ext cx="6279356" cy="2106772"/>
          </a:xfrm>
          <a:prstGeom prst="roundRect">
            <a:avLst>
              <a:gd name="adj" fmla="val 5764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2014" y="5278636"/>
            <a:ext cx="91440" cy="2106772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4" name="Text 12"/>
          <p:cNvSpPr/>
          <p:nvPr/>
        </p:nvSpPr>
        <p:spPr>
          <a:xfrm>
            <a:off x="7854672" y="5499854"/>
            <a:ext cx="331339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Resolução DNS Automática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54672" y="6008370"/>
            <a:ext cx="576834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Containers na mesma rede podem se comunicar usando os nomes dos serviços em vez de IPs complexos, simplificando a configuração e a comunicação.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64874" y="7583766"/>
            <a:ext cx="6279356" cy="1903571"/>
          </a:xfrm>
          <a:prstGeom prst="roundRect">
            <a:avLst>
              <a:gd name="adj" fmla="val 5764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2014" y="7583766"/>
            <a:ext cx="91440" cy="1903571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8" name="Text 16"/>
          <p:cNvSpPr/>
          <p:nvPr/>
        </p:nvSpPr>
        <p:spPr>
          <a:xfrm>
            <a:off x="7854672" y="7804984"/>
            <a:ext cx="29339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Segurança Configurável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854672" y="8313500"/>
            <a:ext cx="576834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Controle granular sobre quais containers podem se comunicar e como, permitindo a criação de ambientes mais seguros para suas aplicações.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1630"/>
            <a:ext cx="726257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Compose - Introdução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79364"/>
            <a:ext cx="382964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 que é Docker Compose?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249091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Docker Compose é uma ferramenta que permite definir e executar aplicações Docker multicontêiner. Com um único arquivo de configuração 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YAML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você pode configurar todos os serviços da sua aplicação, suas redes e volumes, e inicializá-los com um comando simples.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308406"/>
            <a:ext cx="6422231" cy="1623163"/>
          </a:xfrm>
          <a:prstGeom prst="roundRect">
            <a:avLst>
              <a:gd name="adj" fmla="val 5532"/>
            </a:avLst>
          </a:prstGeom>
          <a:solidFill>
            <a:srgbClr val="272525"/>
          </a:solidFill>
          <a:ln w="22860">
            <a:solidFill>
              <a:srgbClr val="AFCB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5008" y="35296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Ferramenta YAML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008" y="3958845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Define a arquitetura completa para aplicações multicontêiner em um arquivo simples.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14379" y="3308406"/>
            <a:ext cx="6422231" cy="1623163"/>
          </a:xfrm>
          <a:prstGeom prst="roundRect">
            <a:avLst>
              <a:gd name="adj" fmla="val 5532"/>
            </a:avLst>
          </a:prstGeom>
          <a:solidFill>
            <a:srgbClr val="272525"/>
          </a:solidFill>
          <a:ln w="22860">
            <a:solidFill>
              <a:srgbClr val="AFCB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597" y="3529625"/>
            <a:ext cx="386572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Substitui Comandos Complexos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35597" y="3958845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Elimina a necessidade de múltiplos comandos 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run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simplificando o processo de inicialização.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5130046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272525"/>
          </a:solidFill>
          <a:ln w="22860">
            <a:solidFill>
              <a:srgbClr val="AFCB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5008" y="5351264"/>
            <a:ext cx="35693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Infraestrutura em um Arquivo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5008" y="5780484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Toda a configuração de serviços, redes e volumes da sua aplicação fica centralizada.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14379" y="5130046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272525"/>
          </a:solidFill>
          <a:ln w="22860">
            <a:solidFill>
              <a:srgbClr val="AFCB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597" y="5351264"/>
            <a:ext cx="36073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Um Comando para Subir Tudo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35597" y="5780484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Inicie todos os serviços definidos com apenas um comando: 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docker-compose up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790" y="6934438"/>
            <a:ext cx="31600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Benefícios Principais: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93790" y="7901821"/>
            <a:ext cx="4215289" cy="2409349"/>
          </a:xfrm>
          <a:prstGeom prst="roundRect">
            <a:avLst>
              <a:gd name="adj" fmla="val 4554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sp>
      <p:sp>
        <p:nvSpPr>
          <p:cNvPr id="19" name="Shape 17"/>
          <p:cNvSpPr/>
          <p:nvPr/>
        </p:nvSpPr>
        <p:spPr>
          <a:xfrm>
            <a:off x="793790" y="7878961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603778" y="760416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372" y="7752993"/>
            <a:ext cx="238125" cy="2976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15008" y="8397954"/>
            <a:ext cx="360842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Desenvolvimento Local Simplificado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92969" y="9041130"/>
            <a:ext cx="402865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Crie ambientes de desenvolvimento idênticos à produção com facilidade, sem configurações manuais complexas.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207437" y="7901821"/>
            <a:ext cx="4215408" cy="2409349"/>
          </a:xfrm>
          <a:prstGeom prst="roundRect">
            <a:avLst>
              <a:gd name="adj" fmla="val 4554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sp>
      <p:sp>
        <p:nvSpPr>
          <p:cNvPr id="25" name="Shape 22"/>
          <p:cNvSpPr/>
          <p:nvPr/>
        </p:nvSpPr>
        <p:spPr>
          <a:xfrm>
            <a:off x="5207437" y="7878961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6" name="Shape 23"/>
          <p:cNvSpPr/>
          <p:nvPr/>
        </p:nvSpPr>
        <p:spPr>
          <a:xfrm>
            <a:off x="7017425" y="760416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018" y="7752993"/>
            <a:ext cx="238125" cy="2976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28655" y="8397954"/>
            <a:ext cx="25935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Definição Declarativa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428655" y="8827175"/>
            <a:ext cx="384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Descreva a sua aplicação de forma clara e legível, facilitando a colaboração e o versionamento.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9621203" y="7901821"/>
            <a:ext cx="4215289" cy="2409349"/>
          </a:xfrm>
          <a:prstGeom prst="roundRect">
            <a:avLst>
              <a:gd name="adj" fmla="val 4554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sp>
      <p:sp>
        <p:nvSpPr>
          <p:cNvPr id="31" name="Shape 27"/>
          <p:cNvSpPr/>
          <p:nvPr/>
        </p:nvSpPr>
        <p:spPr>
          <a:xfrm>
            <a:off x="9621203" y="7878961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32" name="Shape 28"/>
          <p:cNvSpPr/>
          <p:nvPr/>
        </p:nvSpPr>
        <p:spPr>
          <a:xfrm>
            <a:off x="11431191" y="760416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9784" y="7752993"/>
            <a:ext cx="238125" cy="29765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842421" y="8397954"/>
            <a:ext cx="30876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Gerenciamento Unificado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9842422" y="8827175"/>
            <a:ext cx="389501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Gerencie todo o ciclo de vida da sua aplicação (build, run, stop) de maneira coesa e eficiente.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1744"/>
            <a:ext cx="670679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Compose - Exemplo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39478"/>
            <a:ext cx="321075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docker-compose.yml: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209205"/>
            <a:ext cx="13042821" cy="6965990"/>
          </a:xfrm>
          <a:prstGeom prst="roundRect">
            <a:avLst>
              <a:gd name="adj" fmla="val 1197"/>
            </a:avLst>
          </a:prstGeom>
          <a:solidFill>
            <a:srgbClr val="34323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2209205"/>
            <a:ext cx="13062585" cy="6965990"/>
          </a:xfrm>
          <a:prstGeom prst="roundRect">
            <a:avLst>
              <a:gd name="adj" fmla="val 427"/>
            </a:avLst>
          </a:prstGeom>
          <a:solidFill>
            <a:srgbClr val="34323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2358033"/>
            <a:ext cx="12665869" cy="666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version: '3.8'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services: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app: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build: ./app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ports: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- "3000:3000"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depends_on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- database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environment: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- DB_HOST=database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database: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image: postgres:13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environment: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- POSTGRES_DB=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myapp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- POSTGRES_PASSWORD=secret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volumes: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-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db_data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:/var/lib/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postgresql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/data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volumes: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db_data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9398437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Este exemplo de 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docker-compose.yml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define uma aplicação multicontêiner com dois serviços: um aplicativo web (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app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) e um banco de dados PostgreSQL (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database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). O serviço 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app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é construído localmente e expõe a porta 3000, enquanto o 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database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utiliza um volume nomeado (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db_data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) para garantir a persistência dos dados.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5886"/>
            <a:ext cx="72436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Compose - Comandos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9279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Docker Compose simplifica a orquestração de aplicações multicontêiner, permitindo gerenciar serviços complexos com facilidade. Explore os comandos essenciais para o dia a dia de desenvolvimento e operação: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325535"/>
            <a:ext cx="318599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Principais Comandos: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995261"/>
            <a:ext cx="13042821" cy="4743212"/>
          </a:xfrm>
          <a:prstGeom prst="roundRect">
            <a:avLst>
              <a:gd name="adj" fmla="val 1757"/>
            </a:avLst>
          </a:prstGeom>
          <a:solidFill>
            <a:srgbClr val="343232"/>
          </a:solidFill>
          <a:ln/>
        </p:spPr>
      </p:sp>
      <p:sp>
        <p:nvSpPr>
          <p:cNvPr id="6" name="Shape 4"/>
          <p:cNvSpPr/>
          <p:nvPr/>
        </p:nvSpPr>
        <p:spPr>
          <a:xfrm>
            <a:off x="783908" y="3995261"/>
            <a:ext cx="13062585" cy="4743212"/>
          </a:xfrm>
          <a:prstGeom prst="roundRect">
            <a:avLst>
              <a:gd name="adj" fmla="val 628"/>
            </a:avLst>
          </a:prstGeom>
          <a:solidFill>
            <a:srgbClr val="343232"/>
          </a:solidFill>
          <a:ln/>
        </p:spPr>
      </p:sp>
      <p:sp>
        <p:nvSpPr>
          <p:cNvPr id="7" name="Text 5"/>
          <p:cNvSpPr/>
          <p:nvPr/>
        </p:nvSpPr>
        <p:spPr>
          <a:xfrm>
            <a:off x="982266" y="4144089"/>
            <a:ext cx="12665869" cy="444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Subir todos os serviços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docker-compose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up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-d</a:t>
            </a:r>
          </a:p>
          <a:p>
            <a:pPr marL="0" indent="0" algn="l">
              <a:lnSpc>
                <a:spcPts val="2500"/>
              </a:lnSpc>
              <a:buNone/>
            </a:pPr>
            <a:endParaRPr lang="pt-BR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Parar e remover tudo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docker-compose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down</a:t>
            </a:r>
            <a:endParaRPr lang="pt-BR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pt-BR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Rebuild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e </a:t>
            </a: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restart</a:t>
            </a:r>
            <a:endParaRPr lang="pt-BR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docker-compose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up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--build</a:t>
            </a:r>
          </a:p>
          <a:p>
            <a:pPr marL="0" indent="0" algn="l">
              <a:lnSpc>
                <a:spcPts val="2500"/>
              </a:lnSpc>
              <a:buNone/>
            </a:pPr>
            <a:endParaRPr lang="pt-BR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Logs de todos os serviços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docker-compose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logs</a:t>
            </a:r>
          </a:p>
          <a:p>
            <a:pPr marL="0" indent="0" algn="l">
              <a:lnSpc>
                <a:spcPts val="2500"/>
              </a:lnSpc>
              <a:buNone/>
            </a:pPr>
            <a:endParaRPr lang="pt-BR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Escalar serviço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docker-compose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up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-d --</a:t>
            </a: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scale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app=3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896171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Dominar estes comandos é fundamental para o gerenciamento eficiente de aplicações complexas com Docker Compose, facilitando o desenvolvimento, teste e implantação.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51634"/>
            <a:ext cx="752058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Casos de Uso - Microsserviços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667726"/>
            <a:ext cx="346579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Arquiteturas Modernas: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238155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Aplicações divididas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em serviços menores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942648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Cada serviço roda em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container isolado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6647140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Containers são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leves e portáveis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7034093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Ideal para microsserviços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234053" y="46677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Exemplos Reais: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234053" y="5238155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Netflix, Amazon, Google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234053" y="562510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Serviços independentes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234053" y="601206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Escalabilidade granular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34053" y="639901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Deployments independentes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8288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Casos de Uso - DevOps e CI/CD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819055"/>
            <a:ext cx="353615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Integração e Entrega Contínua: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978128" y="5761553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Pipelines padronizados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 containers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978128" y="6466046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Ambiente idêntico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em cada etapa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78128" y="6852999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Testes isolados e reproduzíveis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78128" y="7239952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Rollbacks simples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 rápidos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32866" y="481905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Benefícios DevOps: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610136" y="5389483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Emparelhamento forte com microsserviços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610136" y="6093976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Ciclos de desenvolvimento acelerados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610136" y="6798469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Implantações mais confiáveis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610136" y="7185422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Redução de "funciona na minha máquina"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1186</Words>
  <Application>Microsoft Office PowerPoint</Application>
  <PresentationFormat>Personalizar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viniciusai gamePlay</dc:creator>
  <cp:lastModifiedBy>viniciusai gamePlay</cp:lastModifiedBy>
  <cp:revision>5</cp:revision>
  <dcterms:created xsi:type="dcterms:W3CDTF">2025-08-03T18:57:46Z</dcterms:created>
  <dcterms:modified xsi:type="dcterms:W3CDTF">2025-08-03T19:57:06Z</dcterms:modified>
</cp:coreProperties>
</file>