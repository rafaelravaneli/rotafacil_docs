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</p:sldIdLst>
  <p:sldSz cx="14630400" cy="10972800"/>
  <p:notesSz cx="10972800" cy="146304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99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2184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10972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250049"/>
            <a:ext cx="7556421" cy="2567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7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Docker e Virtualização Tradicional</a:t>
            </a:r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5619035"/>
            <a:ext cx="7556421" cy="992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Introdução aos Containers e Tecnologias de Virtualização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7405092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Docente: Vinícius Mota Zulianelli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37A4E98-F083-F5F9-E1F3-8A6C7B67E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399" cy="1097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325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ADBC2B1-5F2E-97C0-212B-7045E19BA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399" cy="1097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641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1819089-7BAB-67EA-3314-11216C889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399" cy="1097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845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57B5DAE-7B04-90AA-6D61-A5CB4DE83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399" cy="1097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272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0749F05-CEE7-4FD4-46A2-8C555E1FE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399" cy="1097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607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4761E95-DA29-135F-77B4-1F3AED8CC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399" cy="1097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605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3832FAC-4302-9147-FA9B-B850EFD03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399" cy="1097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264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4115CAE-300C-E0AC-3761-6DDEFFAB4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399" cy="1097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858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983CD34-4DB7-7AD6-53E5-84306B181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399" cy="1097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890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6380F03-7D6F-C743-E53B-E3C321E12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399" cy="1097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31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17</Words>
  <Application>Microsoft Office PowerPoint</Application>
  <PresentationFormat>Personalizar</PresentationFormat>
  <Paragraphs>4</Paragraphs>
  <Slides>11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viniciusai gamePlay</dc:creator>
  <cp:lastModifiedBy>viniciusai gamePlay</cp:lastModifiedBy>
  <cp:revision>6</cp:revision>
  <dcterms:created xsi:type="dcterms:W3CDTF">2025-08-03T18:57:46Z</dcterms:created>
  <dcterms:modified xsi:type="dcterms:W3CDTF">2025-08-03T19:55:15Z</dcterms:modified>
</cp:coreProperties>
</file>