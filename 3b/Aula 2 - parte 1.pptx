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10972800"/>
  <p:notesSz cx="10972800" cy="1463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18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50049"/>
            <a:ext cx="7556421" cy="25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e Virtualização Tradicional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5619035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Introdução aos Containers e Tecnologias de Virtualização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740509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Docente: Vinícius Mota Zulianelli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D51DBCE-ACDF-6560-0599-A4DF9E1DA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9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086B931-FA8B-C78E-8D0E-EDB6CD684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5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035AB55-52E4-2342-A7B4-7FFA6EA4C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91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0FE53B-C8FC-6F6F-E188-89CF8CE9E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8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BDC1BF-8AA6-3CD5-F0C2-CDF137CAA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08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7E03016-989F-1393-1908-08ED85544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21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95D6AFB-85BC-9F11-5B2A-88D608B85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01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C4DB41C-6765-8880-5D66-1CE0A196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03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E416228-51DD-02AC-9F3F-08F3C00AC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48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</Words>
  <Application>Microsoft Office PowerPoint</Application>
  <PresentationFormat>Personalizar</PresentationFormat>
  <Paragraphs>4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viniciusai gamePlay</dc:creator>
  <cp:lastModifiedBy>viniciusai gamePlay</cp:lastModifiedBy>
  <cp:revision>6</cp:revision>
  <dcterms:created xsi:type="dcterms:W3CDTF">2025-08-03T18:57:46Z</dcterms:created>
  <dcterms:modified xsi:type="dcterms:W3CDTF">2025-08-03T19:54:23Z</dcterms:modified>
</cp:coreProperties>
</file>